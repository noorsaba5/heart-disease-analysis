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8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3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18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2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8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2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5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607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9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0988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7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58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2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3A5F"/>
                </a:solidFill>
              </a:defRPr>
            </a:pPr>
            <a:r>
              <a:t>Predicting Heart Disease</a:t>
            </a:r>
          </a:p>
          <a:p>
            <a:r>
              <a:t>Using Data Science</a:t>
            </a:r>
          </a:p>
          <a:p>
            <a:pPr algn="ctr">
              <a:defRPr sz="1800">
                <a:solidFill>
                  <a:srgbClr val="00B09B"/>
                </a:solidFill>
              </a:defRPr>
            </a:pPr>
            <a:r>
              <a:t>End-to-End Machine Learning &amp; Statistical Analysis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0665" y="3931920"/>
            <a:ext cx="36626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dirty="0"/>
              <a:t>Portfolio Project | Healthcare Analytics</a:t>
            </a:r>
          </a:p>
          <a:p>
            <a:r>
              <a:rPr lang="en-GB" dirty="0"/>
              <a:t>Noor Saba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Problem &amp;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Heart disease remains one of the leading causes of global mortality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Early risk identification improves prevention and outcomes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This project applies data science on real clinical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UCI Machine Learning Repository (Cleveland dataset)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297 patient records after data cleaning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13 clinical features with binary target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Age and Heart Disease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Patients with heart disease are significantly older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Clear distribution shift toward higher age values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Confirms age as a primary cardiovascular risk factor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Chest Pain Type as a Strong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Certain chest pain types show high disease prevalence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Asymptomatic and atypical pain patterns dominate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One of the most predictive clinical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Hypothesis 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Significant differences in age, max heart rate, and ST depression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Strong associations with chest pain and exercise-induced angina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Significant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Age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Chest pain type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 depression during exercise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Exercise-induced angina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Maximum heart rate achieved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Logistic Regression: interpretable baseline model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Random Forest: captures nonlinear relationships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Evaluation via accuracy, ROC-AUC, confusion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Best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Random Forest achieved superior performance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Strong discrimination between diseased and non-diseased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Most Important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Chest pain type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 depression (oldpeak)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Maximum heart rate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Age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Number of major vessels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Practical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Supports early patient risk stratification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Highlights clinically meaningful screening indicators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Limited dataset size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Single-source cohort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External validation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0312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3A5F"/>
                </a:solidFill>
              </a:defRPr>
            </a:pPr>
            <a:r>
              <a:t>Key Takeaway</a:t>
            </a:r>
          </a:p>
          <a:p>
            <a:pPr algn="ctr">
              <a:defRPr sz="1800"/>
            </a:pPr>
            <a:r>
              <a:t>Combining statistical analysis with machine learning delivers</a:t>
            </a:r>
            <a:br/>
            <a:r>
              <a:t>interpretable, high-impact insights that can support</a:t>
            </a:r>
            <a:br/>
            <a:r>
              <a:t>earlier and more informed clinical decision-making.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3448" y="4206240"/>
            <a:ext cx="36971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dirty="0"/>
              <a:t>Built with Python | Pandas | Scikit-learn</a:t>
            </a:r>
          </a:p>
          <a:p>
            <a:r>
              <a:rPr dirty="0"/>
              <a:t>Designed </a:t>
            </a:r>
            <a:r>
              <a:rPr lang="en-GB" dirty="0"/>
              <a:t>by Noor Saba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283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PowerPoint Presentation</vt:lpstr>
      <vt:lpstr>Problem &amp; Why It Matters</vt:lpstr>
      <vt:lpstr>Dataset Overview</vt:lpstr>
      <vt:lpstr>Age and Heart Disease Risk</vt:lpstr>
      <vt:lpstr>Chest Pain Type as a Strong Indicator</vt:lpstr>
      <vt:lpstr>Hypothesis Testing Results</vt:lpstr>
      <vt:lpstr>Significant Risk Factors</vt:lpstr>
      <vt:lpstr>Model Comparison</vt:lpstr>
      <vt:lpstr>Best Model Performance</vt:lpstr>
      <vt:lpstr>Most Important Predictors</vt:lpstr>
      <vt:lpstr>Practical Implications</vt:lpstr>
      <vt:lpstr>Limitations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Noor Saba</cp:lastModifiedBy>
  <cp:revision>2</cp:revision>
  <dcterms:created xsi:type="dcterms:W3CDTF">2013-01-27T09:14:16Z</dcterms:created>
  <dcterms:modified xsi:type="dcterms:W3CDTF">2026-01-01T13:23:25Z</dcterms:modified>
  <cp:category/>
</cp:coreProperties>
</file>